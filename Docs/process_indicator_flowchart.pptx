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Athens" userId="1ea6108d-0ac8-4d94-9c4b-57fca604b282" providerId="ADAL" clId="{A06397AD-D0F3-450D-992F-317CAC305218}"/>
    <pc:docChg chg="addSld delSld modSld">
      <pc:chgData name="Alexis Athens" userId="1ea6108d-0ac8-4d94-9c4b-57fca604b282" providerId="ADAL" clId="{A06397AD-D0F3-450D-992F-317CAC305218}" dt="2026-09-07T14:17:42.701" v="4" actId="2696"/>
      <pc:docMkLst>
        <pc:docMk/>
      </pc:docMkLst>
      <pc:sldChg chg="addSp new del mod">
        <pc:chgData name="Alexis Athens" userId="1ea6108d-0ac8-4d94-9c4b-57fca604b282" providerId="ADAL" clId="{A06397AD-D0F3-450D-992F-317CAC305218}" dt="2026-09-07T14:17:40.218" v="3" actId="2696"/>
        <pc:sldMkLst>
          <pc:docMk/>
          <pc:sldMk cId="1566212509" sldId="257"/>
        </pc:sldMkLst>
        <pc:spChg chg="add">
          <ac:chgData name="Alexis Athens" userId="1ea6108d-0ac8-4d94-9c4b-57fca604b282" providerId="ADAL" clId="{A06397AD-D0F3-450D-992F-317CAC305218}" dt="2026-09-07T14:17:19.791" v="2" actId="22"/>
          <ac:spMkLst>
            <pc:docMk/>
            <pc:sldMk cId="1566212509" sldId="257"/>
            <ac:spMk id="9" creationId="{89CBF2EF-F951-85FF-DC52-4C2B0A79BCF7}"/>
          </ac:spMkLst>
        </pc:spChg>
        <pc:spChg chg="add">
          <ac:chgData name="Alexis Athens" userId="1ea6108d-0ac8-4d94-9c4b-57fca604b282" providerId="ADAL" clId="{A06397AD-D0F3-450D-992F-317CAC305218}" dt="2026-09-07T14:17:19.791" v="2" actId="22"/>
          <ac:spMkLst>
            <pc:docMk/>
            <pc:sldMk cId="1566212509" sldId="257"/>
            <ac:spMk id="11" creationId="{EAA5CE28-0714-96A5-BE48-A9AF2C3C5357}"/>
          </ac:spMkLst>
        </pc:spChg>
        <pc:spChg chg="add">
          <ac:chgData name="Alexis Athens" userId="1ea6108d-0ac8-4d94-9c4b-57fca604b282" providerId="ADAL" clId="{A06397AD-D0F3-450D-992F-317CAC305218}" dt="2026-09-07T14:17:19.791" v="2" actId="22"/>
          <ac:spMkLst>
            <pc:docMk/>
            <pc:sldMk cId="1566212509" sldId="257"/>
            <ac:spMk id="15" creationId="{04BE4045-CB8D-81F6-1115-96A3741E730A}"/>
          </ac:spMkLst>
        </pc:spChg>
        <pc:spChg chg="add">
          <ac:chgData name="Alexis Athens" userId="1ea6108d-0ac8-4d94-9c4b-57fca604b282" providerId="ADAL" clId="{A06397AD-D0F3-450D-992F-317CAC305218}" dt="2026-09-07T14:17:19.791" v="2" actId="22"/>
          <ac:spMkLst>
            <pc:docMk/>
            <pc:sldMk cId="1566212509" sldId="257"/>
            <ac:spMk id="21" creationId="{07D740CB-9AA8-9D26-B26A-6516AD1F287D}"/>
          </ac:spMkLst>
        </pc:spChg>
        <pc:spChg chg="add">
          <ac:chgData name="Alexis Athens" userId="1ea6108d-0ac8-4d94-9c4b-57fca604b282" providerId="ADAL" clId="{A06397AD-D0F3-450D-992F-317CAC305218}" dt="2026-09-07T14:17:19.791" v="2" actId="22"/>
          <ac:spMkLst>
            <pc:docMk/>
            <pc:sldMk cId="1566212509" sldId="257"/>
            <ac:spMk id="23" creationId="{97250C20-90B1-BE86-C7B1-1488B09D2FC6}"/>
          </ac:spMkLst>
        </pc:spChg>
        <pc:spChg chg="add">
          <ac:chgData name="Alexis Athens" userId="1ea6108d-0ac8-4d94-9c4b-57fca604b282" providerId="ADAL" clId="{A06397AD-D0F3-450D-992F-317CAC305218}" dt="2026-09-07T14:17:19.791" v="2" actId="22"/>
          <ac:spMkLst>
            <pc:docMk/>
            <pc:sldMk cId="1566212509" sldId="257"/>
            <ac:spMk id="39" creationId="{C38BF17B-D25F-EF80-0A7E-C2BE129459AE}"/>
          </ac:spMkLst>
        </pc:spChg>
        <pc:spChg chg="add">
          <ac:chgData name="Alexis Athens" userId="1ea6108d-0ac8-4d94-9c4b-57fca604b282" providerId="ADAL" clId="{A06397AD-D0F3-450D-992F-317CAC305218}" dt="2026-09-07T14:17:19.791" v="2" actId="22"/>
          <ac:spMkLst>
            <pc:docMk/>
            <pc:sldMk cId="1566212509" sldId="257"/>
            <ac:spMk id="51" creationId="{23BF3270-E17C-5535-CB05-4606AD1545DD}"/>
          </ac:spMkLst>
        </pc:spChg>
        <pc:spChg chg="add">
          <ac:chgData name="Alexis Athens" userId="1ea6108d-0ac8-4d94-9c4b-57fca604b282" providerId="ADAL" clId="{A06397AD-D0F3-450D-992F-317CAC305218}" dt="2026-09-07T14:17:19.791" v="2" actId="22"/>
          <ac:spMkLst>
            <pc:docMk/>
            <pc:sldMk cId="1566212509" sldId="257"/>
            <ac:spMk id="59" creationId="{41479C51-5FAE-C1B1-4DC8-1D4F5FBB7561}"/>
          </ac:spMkLst>
        </pc:spChg>
        <pc:spChg chg="add">
          <ac:chgData name="Alexis Athens" userId="1ea6108d-0ac8-4d94-9c4b-57fca604b282" providerId="ADAL" clId="{A06397AD-D0F3-450D-992F-317CAC305218}" dt="2026-09-07T14:17:19.791" v="2" actId="22"/>
          <ac:spMkLst>
            <pc:docMk/>
            <pc:sldMk cId="1566212509" sldId="257"/>
            <ac:spMk id="75" creationId="{607A3D85-2F9B-1A55-96E9-4418194E19A4}"/>
          </ac:spMkLst>
        </pc:spChg>
        <pc:spChg chg="add">
          <ac:chgData name="Alexis Athens" userId="1ea6108d-0ac8-4d94-9c4b-57fca604b282" providerId="ADAL" clId="{A06397AD-D0F3-450D-992F-317CAC305218}" dt="2026-09-07T14:17:19.791" v="2" actId="22"/>
          <ac:spMkLst>
            <pc:docMk/>
            <pc:sldMk cId="1566212509" sldId="257"/>
            <ac:spMk id="95" creationId="{EE74C6E7-350D-DF40-F39B-A9DAEFA6193A}"/>
          </ac:spMkLst>
        </pc:spChg>
      </pc:sldChg>
      <pc:sldChg chg="new del">
        <pc:chgData name="Alexis Athens" userId="1ea6108d-0ac8-4d94-9c4b-57fca604b282" providerId="ADAL" clId="{A06397AD-D0F3-450D-992F-317CAC305218}" dt="2026-09-07T14:17:42.701" v="4" actId="2696"/>
        <pc:sldMkLst>
          <pc:docMk/>
          <pc:sldMk cId="474406563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6692" y="66403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Filters and transforms raw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6692" y="1315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Standardizes country names and filters to LAC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6692" y="194419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Creates ECLAC regional totals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6692" y="258427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Harmonizes labels with published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6692" y="322435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Joins dimension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6692" y="386443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Adds footnotes and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6692" y="450451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Formats for Wasabi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6692" y="514459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Creates comparison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6692" y="578467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Exports cleaned data and comparison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7144" y="674915"/>
            <a:ext cx="8541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filter_fn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9335" y="692332"/>
            <a:ext cx="13267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transform_fn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6258" y="1950722"/>
            <a:ext cx="11325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regional_fn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1574" y="3851368"/>
            <a:ext cx="13147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footnotes_fn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5513" y="3866606"/>
            <a:ext cx="10120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source_fn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4E558C0-117E-473A-7E2C-B2420A8A69D4}"/>
              </a:ext>
            </a:extLst>
          </p:cNvPr>
          <p:cNvSpPr/>
          <p:nvPr/>
        </p:nvSpPr>
        <p:spPr>
          <a:xfrm>
            <a:off x="1286692" y="664034"/>
            <a:ext cx="2849880" cy="36576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F4E88CC-0785-E0B6-E19A-01EE88BD6105}"/>
              </a:ext>
            </a:extLst>
          </p:cNvPr>
          <p:cNvSpPr/>
          <p:nvPr/>
        </p:nvSpPr>
        <p:spPr>
          <a:xfrm>
            <a:off x="1286691" y="1284520"/>
            <a:ext cx="3949337" cy="3810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E8C4718-9634-A40E-7A49-9775A1144D86}"/>
              </a:ext>
            </a:extLst>
          </p:cNvPr>
          <p:cNvSpPr/>
          <p:nvPr/>
        </p:nvSpPr>
        <p:spPr>
          <a:xfrm>
            <a:off x="1286692" y="1944194"/>
            <a:ext cx="2849880" cy="36576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3E74AE9-8E16-DA3A-81FA-985E361F6547}"/>
              </a:ext>
            </a:extLst>
          </p:cNvPr>
          <p:cNvSpPr/>
          <p:nvPr/>
        </p:nvSpPr>
        <p:spPr>
          <a:xfrm>
            <a:off x="1286691" y="2584274"/>
            <a:ext cx="3415937" cy="3810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32C0C04-F7F9-F3CA-39D6-2DBB49FA6AA7}"/>
              </a:ext>
            </a:extLst>
          </p:cNvPr>
          <p:cNvSpPr/>
          <p:nvPr/>
        </p:nvSpPr>
        <p:spPr>
          <a:xfrm>
            <a:off x="1286692" y="3217823"/>
            <a:ext cx="2849880" cy="36576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753FE3C-32C9-9DA7-8D43-A65C0233D8BE}"/>
              </a:ext>
            </a:extLst>
          </p:cNvPr>
          <p:cNvSpPr/>
          <p:nvPr/>
        </p:nvSpPr>
        <p:spPr>
          <a:xfrm>
            <a:off x="1286692" y="3836132"/>
            <a:ext cx="2849880" cy="36576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5779880-6A6A-3F55-1EBB-AE55E7971080}"/>
              </a:ext>
            </a:extLst>
          </p:cNvPr>
          <p:cNvSpPr/>
          <p:nvPr/>
        </p:nvSpPr>
        <p:spPr>
          <a:xfrm>
            <a:off x="1286692" y="4504514"/>
            <a:ext cx="2849880" cy="36576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ABA320D-A75F-1FAD-093F-58B8B6C4F4B2}"/>
              </a:ext>
            </a:extLst>
          </p:cNvPr>
          <p:cNvSpPr/>
          <p:nvPr/>
        </p:nvSpPr>
        <p:spPr>
          <a:xfrm>
            <a:off x="1286692" y="5144594"/>
            <a:ext cx="2849880" cy="36576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DFA489A-5F6A-8CF4-FF2A-A22C1ABABF07}"/>
              </a:ext>
            </a:extLst>
          </p:cNvPr>
          <p:cNvSpPr/>
          <p:nvPr/>
        </p:nvSpPr>
        <p:spPr>
          <a:xfrm>
            <a:off x="1286691" y="5784674"/>
            <a:ext cx="3818709" cy="36576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5C75B7-44F1-287E-B18F-7B4DD0ED3C93}"/>
              </a:ext>
            </a:extLst>
          </p:cNvPr>
          <p:cNvCxnSpPr/>
          <p:nvPr/>
        </p:nvCxnSpPr>
        <p:spPr>
          <a:xfrm>
            <a:off x="1905001" y="1029794"/>
            <a:ext cx="0" cy="24384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F30201B-A7C4-10A6-FB0F-AEC5BED70ABD}"/>
              </a:ext>
            </a:extLst>
          </p:cNvPr>
          <p:cNvCxnSpPr/>
          <p:nvPr/>
        </p:nvCxnSpPr>
        <p:spPr>
          <a:xfrm>
            <a:off x="1926770" y="1661167"/>
            <a:ext cx="0" cy="24384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F1E1FA-A15A-45F0-E6DE-644DD1231413}"/>
              </a:ext>
            </a:extLst>
          </p:cNvPr>
          <p:cNvCxnSpPr/>
          <p:nvPr/>
        </p:nvCxnSpPr>
        <p:spPr>
          <a:xfrm>
            <a:off x="1948538" y="2292540"/>
            <a:ext cx="0" cy="24384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BCFD4C2-BAEB-84C4-A48D-F7D904D3BE8B}"/>
              </a:ext>
            </a:extLst>
          </p:cNvPr>
          <p:cNvCxnSpPr/>
          <p:nvPr/>
        </p:nvCxnSpPr>
        <p:spPr>
          <a:xfrm>
            <a:off x="1970309" y="2956570"/>
            <a:ext cx="0" cy="24384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9D47155-B5AA-BD3B-A55A-83B666ED6C10}"/>
              </a:ext>
            </a:extLst>
          </p:cNvPr>
          <p:cNvCxnSpPr/>
          <p:nvPr/>
        </p:nvCxnSpPr>
        <p:spPr>
          <a:xfrm>
            <a:off x="1981194" y="3577056"/>
            <a:ext cx="0" cy="24384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7E0079C-8449-361D-F507-73FE39054227}"/>
              </a:ext>
            </a:extLst>
          </p:cNvPr>
          <p:cNvCxnSpPr/>
          <p:nvPr/>
        </p:nvCxnSpPr>
        <p:spPr>
          <a:xfrm>
            <a:off x="1992077" y="4186654"/>
            <a:ext cx="0" cy="24384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F502EE-26F7-D4CC-C3C3-9C08DB5493D6}"/>
              </a:ext>
            </a:extLst>
          </p:cNvPr>
          <p:cNvCxnSpPr/>
          <p:nvPr/>
        </p:nvCxnSpPr>
        <p:spPr>
          <a:xfrm>
            <a:off x="2002959" y="4850680"/>
            <a:ext cx="0" cy="24384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0B2AED-31B9-0A29-879B-196C2B5A57A4}"/>
              </a:ext>
            </a:extLst>
          </p:cNvPr>
          <p:cNvCxnSpPr/>
          <p:nvPr/>
        </p:nvCxnSpPr>
        <p:spPr>
          <a:xfrm>
            <a:off x="2002960" y="5492936"/>
            <a:ext cx="0" cy="24384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D543901-715B-E878-7206-1B00EF0B909F}"/>
              </a:ext>
            </a:extLst>
          </p:cNvPr>
          <p:cNvSpPr txBox="1"/>
          <p:nvPr/>
        </p:nvSpPr>
        <p:spPr>
          <a:xfrm>
            <a:off x="1286691" y="107769"/>
            <a:ext cx="27290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lang="en-US" b="1" dirty="0"/>
              <a:t>Generic process_indicator_fn:</a:t>
            </a:r>
            <a:endParaRPr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EE740B-7BF4-24B2-162F-A1B7C6FBA13D}"/>
              </a:ext>
            </a:extLst>
          </p:cNvPr>
          <p:cNvSpPr txBox="1"/>
          <p:nvPr/>
        </p:nvSpPr>
        <p:spPr>
          <a:xfrm>
            <a:off x="5942958" y="130632"/>
            <a:ext cx="25423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lang="en-US" b="1" dirty="0"/>
              <a:t>Indicator-specific functions:</a:t>
            </a:r>
            <a:endParaRPr b="1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2101BA0-3BDA-A884-D583-D96FD1613743}"/>
              </a:ext>
            </a:extLst>
          </p:cNvPr>
          <p:cNvSpPr/>
          <p:nvPr/>
        </p:nvSpPr>
        <p:spPr>
          <a:xfrm>
            <a:off x="5965372" y="664029"/>
            <a:ext cx="1012008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B27A0A5-F0BA-21BF-CE94-05FCD509C8C1}"/>
              </a:ext>
            </a:extLst>
          </p:cNvPr>
          <p:cNvSpPr/>
          <p:nvPr/>
        </p:nvSpPr>
        <p:spPr>
          <a:xfrm>
            <a:off x="7122418" y="654232"/>
            <a:ext cx="1323690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7AF029C-823D-6FEA-9155-148BD0D8F53A}"/>
              </a:ext>
            </a:extLst>
          </p:cNvPr>
          <p:cNvSpPr/>
          <p:nvPr/>
        </p:nvSpPr>
        <p:spPr>
          <a:xfrm>
            <a:off x="5976257" y="1940929"/>
            <a:ext cx="1132189" cy="33855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750B9EB-5C5E-7CED-1659-8F096BA7B6C2}"/>
              </a:ext>
            </a:extLst>
          </p:cNvPr>
          <p:cNvSpPr/>
          <p:nvPr/>
        </p:nvSpPr>
        <p:spPr>
          <a:xfrm>
            <a:off x="6044659" y="3858993"/>
            <a:ext cx="1227000" cy="33092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3BA7CA4-5D10-B352-61B0-75D0E63902FB}"/>
              </a:ext>
            </a:extLst>
          </p:cNvPr>
          <p:cNvSpPr/>
          <p:nvPr/>
        </p:nvSpPr>
        <p:spPr>
          <a:xfrm>
            <a:off x="7433741" y="3876409"/>
            <a:ext cx="1066797" cy="32875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E9ED2A9-A8B9-DCFC-FBB1-53B934B845DB}"/>
              </a:ext>
            </a:extLst>
          </p:cNvPr>
          <p:cNvCxnSpPr/>
          <p:nvPr/>
        </p:nvCxnSpPr>
        <p:spPr>
          <a:xfrm flipH="1">
            <a:off x="4528458" y="861609"/>
            <a:ext cx="123008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89BC8DC-40A0-31F9-3975-192F813C3075}"/>
              </a:ext>
            </a:extLst>
          </p:cNvPr>
          <p:cNvCxnSpPr/>
          <p:nvPr/>
        </p:nvCxnSpPr>
        <p:spPr>
          <a:xfrm flipH="1">
            <a:off x="4528458" y="2110206"/>
            <a:ext cx="123008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C59E810-3229-E2DA-5AC8-2D5DA98EEC57}"/>
              </a:ext>
            </a:extLst>
          </p:cNvPr>
          <p:cNvCxnSpPr/>
          <p:nvPr/>
        </p:nvCxnSpPr>
        <p:spPr>
          <a:xfrm flipH="1">
            <a:off x="4582885" y="4019012"/>
            <a:ext cx="123008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D5984AC-CB32-1C9C-4EBA-97B4230C8F73}"/>
              </a:ext>
            </a:extLst>
          </p:cNvPr>
          <p:cNvSpPr/>
          <p:nvPr/>
        </p:nvSpPr>
        <p:spPr>
          <a:xfrm>
            <a:off x="1077686" y="555182"/>
            <a:ext cx="4267190" cy="1861449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62DC85-C6EF-34C2-F914-03850612C756}"/>
              </a:ext>
            </a:extLst>
          </p:cNvPr>
          <p:cNvSpPr txBox="1"/>
          <p:nvPr/>
        </p:nvSpPr>
        <p:spPr>
          <a:xfrm rot="16200000">
            <a:off x="-329937" y="1324046"/>
            <a:ext cx="2245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</a:rPr>
              <a:t>Process indicator data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35B8A6E-F92B-E85A-246A-D991B4A83D21}"/>
              </a:ext>
            </a:extLst>
          </p:cNvPr>
          <p:cNvSpPr/>
          <p:nvPr/>
        </p:nvSpPr>
        <p:spPr>
          <a:xfrm>
            <a:off x="1032956" y="2513525"/>
            <a:ext cx="4203072" cy="241608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3E5B7A0-037B-07F1-6B0E-8B892350E2C7}"/>
              </a:ext>
            </a:extLst>
          </p:cNvPr>
          <p:cNvSpPr/>
          <p:nvPr/>
        </p:nvSpPr>
        <p:spPr>
          <a:xfrm>
            <a:off x="1055107" y="5053154"/>
            <a:ext cx="4180921" cy="140371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CDD2EF-C632-E699-878C-F12928DEA588}"/>
              </a:ext>
            </a:extLst>
          </p:cNvPr>
          <p:cNvSpPr txBox="1"/>
          <p:nvPr/>
        </p:nvSpPr>
        <p:spPr>
          <a:xfrm rot="16200000">
            <a:off x="-305994" y="3536899"/>
            <a:ext cx="2226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</a:rPr>
              <a:t>Format for CEPALSTAT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DD0DEB-BA03-21E3-5AB2-96C64EF800E2}"/>
              </a:ext>
            </a:extLst>
          </p:cNvPr>
          <p:cNvSpPr txBox="1"/>
          <p:nvPr/>
        </p:nvSpPr>
        <p:spPr>
          <a:xfrm rot="16200000">
            <a:off x="-184907" y="5420141"/>
            <a:ext cx="18039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</a:rPr>
              <a:t>Generate quality 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</a:rPr>
              <a:t>check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b77875e-5908-45a0-9cb4-dec9ae074618}" enabled="1" method="Privileged" siteId="{0f9e35db-544f-4f60-bdcc-5ea416e6dc7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76</Words>
  <Application>Microsoft Office PowerPoint</Application>
  <PresentationFormat>On-screen Show 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ALEXIS ATHENS</dc:creator>
  <cp:keywords/>
  <dc:description>generated using python-pptx</dc:description>
  <cp:lastModifiedBy>Alexis Athens</cp:lastModifiedBy>
  <cp:revision>3</cp:revision>
  <dcterms:created xsi:type="dcterms:W3CDTF">2013-01-27T09:14:16Z</dcterms:created>
  <dcterms:modified xsi:type="dcterms:W3CDTF">2026-09-07T14:17:49Z</dcterms:modified>
  <cp:category/>
</cp:coreProperties>
</file>